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-1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16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75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5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145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6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78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17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92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52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0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024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449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082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411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D253A64-D748-4A79-846E-0BC85672394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2BDAC43-0CE7-4E7C-8F78-9212FD41D6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583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3FA0D3-4F45-44D9-BCBD-4D46D0823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Распределенные системы на основе технологий Grid и </a:t>
            </a:r>
            <a:r>
              <a:rPr lang="ru-RU" dirty="0" err="1"/>
              <a:t>Cloud</a:t>
            </a:r>
            <a:r>
              <a:rPr lang="ru-RU" dirty="0"/>
              <a:t> Computing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07932B8-7DF6-479F-8F59-3A1834FD6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849" y="5329615"/>
            <a:ext cx="10572000" cy="434974"/>
          </a:xfrm>
        </p:spPr>
        <p:txBody>
          <a:bodyPr/>
          <a:lstStyle/>
          <a:p>
            <a:r>
              <a:rPr lang="ru-RU" dirty="0"/>
              <a:t>Подготовили Сулейманов Р. Р. и Серков В. А.</a:t>
            </a:r>
          </a:p>
        </p:txBody>
      </p:sp>
    </p:spTree>
    <p:extLst>
      <p:ext uri="{BB962C8B-B14F-4D97-AF65-F5344CB8AC3E}">
        <p14:creationId xmlns:p14="http://schemas.microsoft.com/office/powerpoint/2010/main" val="228040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629F40B-CD21-4BDB-B8D4-A6B3A15C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7"/>
            <a:ext cx="10571998" cy="1232455"/>
          </a:xfrm>
        </p:spPr>
        <p:txBody>
          <a:bodyPr/>
          <a:lstStyle/>
          <a:p>
            <a:r>
              <a:rPr lang="ru-RU" dirty="0"/>
              <a:t>Что, если одного компьютера недостаточно?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B058502-8E6E-47F2-8E58-F743BF5A2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10" y="2222287"/>
            <a:ext cx="11699130" cy="4405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Современные задачи часто требуют огромных вычислительных ресурсов, например: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обработка больших объёмов данных;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моделирование сложных процессов;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работа искусственного интеллекта;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хранение миллионов файлов;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работа популярных интернет-сервисов.</a:t>
            </a:r>
          </a:p>
          <a:p>
            <a:pPr marL="0" indent="0">
              <a:buNone/>
            </a:pPr>
            <a:r>
              <a:rPr lang="ru-RU" dirty="0"/>
              <a:t>Один компьютер может не справиться с такой нагрузкой, и чтобы решить такие задачи было придумано объединить множество компьютеров и заставить их работать вместе. </a:t>
            </a:r>
          </a:p>
          <a:p>
            <a:pPr marL="0" indent="0">
              <a:buNone/>
            </a:pPr>
            <a:r>
              <a:rPr lang="ru-RU" dirty="0"/>
              <a:t>Такой подход получил название «распределённые системы», он позволяет объединять большое количество компьютеров и использовать их общие вычислительные возможности для решения сложных задач.</a:t>
            </a:r>
          </a:p>
        </p:txBody>
      </p:sp>
    </p:spTree>
    <p:extLst>
      <p:ext uri="{BB962C8B-B14F-4D97-AF65-F5344CB8AC3E}">
        <p14:creationId xmlns:p14="http://schemas.microsoft.com/office/powerpoint/2010/main" val="22436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CA3F081-84D3-4AD1-9A9F-A7911E75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распределённая система?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3FB466A-E1E2-4906-9355-BAF7972D4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0" y="2222287"/>
            <a:ext cx="7431930" cy="45741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Распределённая система</a:t>
            </a:r>
            <a:r>
              <a:rPr lang="ru-RU" dirty="0"/>
              <a:t> — это несколько компьютеров, соединённых сетью и работающих вместе для решения общих задач. При этом каждый компьютер выполняет свою часть работы, а для пользователя вся система может выглядеть как единый ресурс.</a:t>
            </a:r>
          </a:p>
          <a:p>
            <a:pPr marL="0" indent="0">
              <a:buNone/>
            </a:pPr>
            <a:r>
              <a:rPr lang="ru-RU" dirty="0"/>
              <a:t>Например, когда мы смотрим фильм онлайн или пользуемся банковским приложением, запрос не обязательно обрабатывается одним компьютером. За сервисом может стоять целая группа серверов.</a:t>
            </a:r>
          </a:p>
          <a:p>
            <a:pPr marL="0" indent="0">
              <a:buNone/>
            </a:pPr>
            <a:r>
              <a:rPr lang="ru-RU" dirty="0"/>
              <a:t>Это сделано, чтобы разделять сложные задачи и выполнять их намного быстрее. Кроме того, распределение нагрузки позволяет не зависеть от одного сервера и эффективнее использовать имеющиеся ресурсы.</a:t>
            </a:r>
          </a:p>
          <a:p>
            <a:pPr marL="0" indent="0">
              <a:buNone/>
            </a:pPr>
            <a:r>
              <a:rPr lang="ru-RU" dirty="0"/>
              <a:t>Далее рассмотрим две модели распределенных систем – </a:t>
            </a:r>
            <a:r>
              <a:rPr lang="en-US" dirty="0"/>
              <a:t>Grid Computing </a:t>
            </a:r>
            <a:r>
              <a:rPr lang="ru-RU" dirty="0"/>
              <a:t>и </a:t>
            </a:r>
            <a:r>
              <a:rPr lang="en-US" dirty="0"/>
              <a:t>Cloud Computing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E71AD1C-6B4B-4D40-9765-20EEB23F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896" y="2491559"/>
            <a:ext cx="4277004" cy="403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8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F93F6F2-70F0-48A5-8C91-84CDF498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Computing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xmlns="" id="{EDFBE942-C0BF-4A3A-ACEA-A4140D49F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2" y="2222287"/>
            <a:ext cx="7587574" cy="4515739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Grid Computing </a:t>
            </a:r>
            <a:r>
              <a:rPr lang="ru-RU" dirty="0"/>
              <a:t>— это модель распределенных систем, при которой вычислительные ресурсы разных компьютеров объединяются для решения общей задачи. При этом компьютеры могут находиться далеко друг от друга и принадлежать разным организациям.</a:t>
            </a:r>
          </a:p>
          <a:p>
            <a:pPr marL="0" indent="0">
              <a:buNone/>
            </a:pPr>
            <a:r>
              <a:rPr lang="ru-RU" dirty="0"/>
              <a:t>Grid особенно часто используется в научных проектах, где требуются большие вычислительные мощности. Например, несколько университетов или исследовательских центров могут предоставить свои компьютеры и вместе выполнить сложный расчёт.</a:t>
            </a:r>
          </a:p>
          <a:p>
            <a:pPr marL="0" indent="0">
              <a:buNone/>
            </a:pPr>
            <a:r>
              <a:rPr lang="ru-RU" dirty="0"/>
              <a:t>По сути, идея довольно простая: вместо одного очень мощного компьютера используем множество доступных компьютеров.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ADE7B64C-AC78-47BC-9998-599F320F5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953" y="2682686"/>
            <a:ext cx="4224494" cy="359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9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B08AF67-355E-482F-908C-E0349A63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/>
              <a:t>Grid?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A48402B-5C99-4461-84C4-599BDAA2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222287"/>
            <a:ext cx="7068765" cy="418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Grid Computing </a:t>
            </a:r>
            <a:r>
              <a:rPr lang="ru-RU" dirty="0"/>
              <a:t>работает следующим образом: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Большая задача разбивается на несколько частей.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Система распределяет эти части между доступными компьютерами.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Каждый компьютер выполняет свою часть работы и отправляет результат обратно.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В итоге отдельные результаты объединяются в один общий.</a:t>
            </a:r>
          </a:p>
          <a:p>
            <a:pPr marL="0" indent="0">
              <a:buNone/>
            </a:pPr>
            <a:r>
              <a:rPr lang="ru-RU" dirty="0"/>
              <a:t>Такой подход хорошо подходит для задач, которые можно разделить на независимые вычисления.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5927C8A1-56AF-4BDE-B7E3-3A799F0AA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506" y="2548010"/>
            <a:ext cx="4594191" cy="353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1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334ACE9-77BF-45EC-B528-C85E7F97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60AAEC7-733D-4B05-AD5E-F23BB2B21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90" y="2222287"/>
            <a:ext cx="7574604" cy="4437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Cloud</a:t>
            </a:r>
            <a:r>
              <a:rPr lang="ru-RU" b="1" dirty="0"/>
              <a:t> Computing</a:t>
            </a:r>
            <a:r>
              <a:rPr lang="ru-RU" dirty="0"/>
              <a:t> — это модель, при которой вычислительные ресурсы предоставляются пользователю через сеть. </a:t>
            </a:r>
          </a:p>
          <a:p>
            <a:pPr marL="0" indent="0">
              <a:buNone/>
            </a:pPr>
            <a:r>
              <a:rPr lang="ru-RU" dirty="0"/>
              <a:t>Пользователю не нужно покупать собственные серверы и заниматься их обслуживанием. Он получает доступ к нужным ресурсам тогда, когда они ему необходимы. </a:t>
            </a:r>
          </a:p>
          <a:p>
            <a:pPr marL="0" indent="0">
              <a:buNone/>
            </a:pPr>
            <a:r>
              <a:rPr lang="ru-RU" dirty="0"/>
              <a:t>Например, мы можем хранить файлы в облаке, запускать приложения на удалённых серверах или использовать вычислительные мощности для обработки данных. При этом пользователь обычно не знает, на каком конкретно сервере выполняется его задача.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9953A390-4563-4786-8095-528C8E84E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317" y="2610455"/>
            <a:ext cx="3981793" cy="366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1B58C89-9DBC-45EE-B85B-70CA03A9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1167603"/>
          </a:xfrm>
        </p:spPr>
        <p:txBody>
          <a:bodyPr/>
          <a:lstStyle/>
          <a:p>
            <a:r>
              <a:rPr lang="ru-RU" dirty="0"/>
              <a:t>Как работает «Облако»?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8F2F296-41FD-4FBE-AF1A-098ADAA89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19" y="2222287"/>
            <a:ext cx="6712085" cy="4476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«Облако» </a:t>
            </a:r>
            <a:r>
              <a:rPr lang="ru-RU" dirty="0"/>
              <a:t>— это не один виртуальный компьютер, а целая система серверов, объединённых в сеть и расположенных в центрах обработки данных. Пользователь подключается к этой системе через интернет и получает необходимые вычислительные ресурсы. </a:t>
            </a:r>
          </a:p>
          <a:p>
            <a:pPr marL="0" indent="0">
              <a:buNone/>
            </a:pPr>
            <a:r>
              <a:rPr lang="ru-RU" dirty="0"/>
              <a:t>Главное преимущество облака — гибкость. При увеличении нагрузки можно быстро добавить ресурсы, а при снижении — освободить их. При этом пользователю не нужно покупать собственные серверы и заниматься их обслуживанием, поэтому облачные технологии подходят как для небольших проектов, так и для крупных сервисов.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xmlns="" id="{7ECBAE5A-0127-4BD7-BD96-8FC07C305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2" r="6568"/>
          <a:stretch/>
        </p:blipFill>
        <p:spPr bwMode="auto">
          <a:xfrm>
            <a:off x="7367080" y="2485414"/>
            <a:ext cx="4688733" cy="395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86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A0A8F5-2A71-4997-9FF8-46EBC17C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распределённых систем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EAA1057-6959-49FD-A690-7D2ABE4D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949" y="2222287"/>
            <a:ext cx="7348909" cy="426930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Распределённые системы дают много возможностей, но работать с ними сложнее, чем с одним компьютером. Главная проблема — сеть. Данные постоянно передаются между компьютерами, поэтому могут возникать задержки или сбои соединения.</a:t>
            </a:r>
          </a:p>
          <a:p>
            <a:pPr marL="0" indent="0">
              <a:buNone/>
            </a:pPr>
            <a:r>
              <a:rPr lang="ru-RU" dirty="0"/>
              <a:t>Также необходимо учитывать безопасность, синхронизацию компьютеров и отказ отдельных компонентов. Например, если один сервер перестал работать, система должна понять, что произошло, и по возможности передать его работу другому серверу. Поэтому при создании распределённой системы важно не только объединить компьютеры, но и правильно организовать их взаимодействие.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xmlns="" id="{CE2EB702-559F-4055-A298-679FB523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858" y="2062757"/>
            <a:ext cx="4363193" cy="458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77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B606C83-9B10-44E3-B9B9-D23C0796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где мы встречаем распределённые системы?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A21AA95-9171-46C9-BAEB-1082F2847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373" y="2222287"/>
            <a:ext cx="11692647" cy="44508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Сегодня распределённые системы используются практически во всех крупных интернет-сервисах. Мы сталкиваемся с ними, когда: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смотрим видео и слушаем музыку онлайн;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пользуемся социальными сетями;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храним файлы в облачных сервисах;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играем в онлайн-игры;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пользуемся банковскими приложениями;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используем системы искусственного интеллекта.</a:t>
            </a:r>
          </a:p>
          <a:p>
            <a:pPr marL="0" indent="0">
              <a:buNone/>
            </a:pPr>
            <a:r>
              <a:rPr lang="ru-RU" dirty="0"/>
              <a:t>Таким образом, Grid и </a:t>
            </a:r>
            <a:r>
              <a:rPr lang="ru-RU" dirty="0" err="1"/>
              <a:t>Cloud</a:t>
            </a:r>
            <a:r>
              <a:rPr lang="ru-RU" dirty="0"/>
              <a:t> Computing позволяют объединять вычислительные ресурсы и использовать их гораздо эффективнее. Благодаря этому можно быстрее обрабатывать большие объёмы данных, распределять нагрузку между компьютерами и предоставлять пользователям сложные сервисы без необходимости иметь мощное оборудование у себя. Именно поэтому распределённые системы стали важной частью современной вычислительной инфраструктуры.</a:t>
            </a:r>
          </a:p>
        </p:txBody>
      </p:sp>
    </p:spTree>
    <p:extLst>
      <p:ext uri="{BB962C8B-B14F-4D97-AF65-F5344CB8AC3E}">
        <p14:creationId xmlns:p14="http://schemas.microsoft.com/office/powerpoint/2010/main" val="217736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60</TotalTime>
  <Words>736</Words>
  <Application>Microsoft Office PowerPoint</Application>
  <PresentationFormat>Произвольный</PresentationFormat>
  <Paragraphs>46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Цитаты</vt:lpstr>
      <vt:lpstr>Распределенные системы на основе технологий Grid и Cloud Computing</vt:lpstr>
      <vt:lpstr>Что, если одного компьютера недостаточно?</vt:lpstr>
      <vt:lpstr>Что такое распределённая система?</vt:lpstr>
      <vt:lpstr>Grid Computing</vt:lpstr>
      <vt:lpstr>Как работает Grid?</vt:lpstr>
      <vt:lpstr>Cloud Computing</vt:lpstr>
      <vt:lpstr>Как работает «Облако»?</vt:lpstr>
      <vt:lpstr>Проблемы распределённых систем</vt:lpstr>
      <vt:lpstr>Заключение: где мы встречаем распределённые системы?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Распределенные системы на основе технологий Grid и Cloud Computing</dc:title>
  <dc:creator>Руслан Сулейманов</dc:creator>
  <cp:lastModifiedBy>User</cp:lastModifiedBy>
  <cp:revision>6</cp:revision>
  <dcterms:created xsi:type="dcterms:W3CDTF">2026-09-20T10:02:22Z</dcterms:created>
  <dcterms:modified xsi:type="dcterms:W3CDTF">2026-09-21T11:41:44Z</dcterms:modified>
</cp:coreProperties>
</file>